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1234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34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B8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shardrca_full</c:v>
                  </c:pt>
                  <c:pt idx="1">
                    <c:v>single_react_sc</c:v>
                  </c:pt>
                  <c:pt idx="2">
                    <c:v>single_equal_tok</c:v>
                  </c:pt>
                  <c:pt idx="3">
                    <c:v>no_shard (đọc gộp)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0.42</c:v>
                </c:pt>
                <c:pt idx="2">
                  <c:v>0.44</c:v>
                </c:pt>
                <c:pt idx="3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34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fusion cơ học</c:v>
                  </c:pt>
                  <c:pt idx="1">
                    <c:v>shardrca_llmboard</c:v>
                  </c:pt>
                  <c:pt idx="2">
                    <c:v>no_shard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</c:v>
                </c:pt>
                <c:pt idx="1">
                  <c:v>0.72</c:v>
                </c:pt>
                <c:pt idx="2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34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B8A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de_collapse
(chọn tín hiệu mạnh nhất)</c:v>
                  </c:pt>
                  <c:pt idx="1">
                    <c:v>topology_causal</c:v>
                  </c:pt>
                  <c:pt idx="2">
                    <c:v>alarm_correlation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0.797</c:v>
                </c:pt>
                <c:pt idx="2">
                  <c:v>0.817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hội đồng, giới thiệu tên + tiêu đề. Nhấn: đây là một nghiên cứu phản chứng CÓ KỶ LUẬT, không phải khoe con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Kể vấn đề. Nhấn 2 giới hạn của single agent. Chuyển: xu hướng là multi-agent, nhưng câu hỏi 'có thật sự giúp' bị bỏ qua.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câu hỏi trung tâm. 4 đóng góp: quy trình / phản chứng / khung γ / 2 cải tiến. Nhấn: đóng góp KHÔNG phải 'hệ của em thắng'.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từ trên xuống theo hình. Nhấn: mỗi tác tử chỉ thấy shard của mình (evidence isolation); peer interaction là tầng phân biệt. Falsifier gọi đúng tên: evidence-based reranker, KHÔNG phải Popperian.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γ đơn giản: tỉ lệ dữ liệu / ngân sách. Điều kiện KÉP để MAS có lợi. Nhấn: γ dự báo TRƯỚC — đây là đóng góp sáng tạo, la bàn không phải thước.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trụ cột. Nhấn ví dụ cụ thể: claim cũ đẹp không tái lập → chính quy trình này cứu em khỏi báo cáo sai. Đây là bản lề chuyển sang phần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quan trọng nhất. 3 phát hiện: không thắng khi cân token / phản biện trơ p=1.0 / phân mảnh hại p=0.013. Chỉ vào cột no_shard xanh — đọc gộp thắng ở 1/3 chi phí.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cột: trái = BARO thực chất là prior (full≈đơn khi bật prior, p=1.0). Phải = γ-test: ngay ở γ=271 single vẫn giữ root tốt hơn → premise phân tán sai trên RCAEval.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Cải tiến 1: LLM toàn cục kéo 0.54→0.72. Bài học: LLM reasoning là lever, không phải sharding. Cải tiến 2: telecom thật, de-collapse ×3. Chủ động nói giới hạn 2/23 ca + nhiễu ±4%.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— nói rõ. Payoff: giải thích OpenRCA + dự báo telecom. Trên alarm-flood: de_collapse hỏng, topology/alarm thắng 0.80+. INVERTS kết luận → hướng đi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trình duyệt. Chạy row 0 (strict pass 1.00). Theo runbook 02. Nếu lỗi mạng → video phao hoặc Deterministic fallback. Nhấn no_interaction≡full ngay trên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đóng góp. Chủ động liệt kê 3 giới hạn TRƯỚC khi bị hỏi. 3 hướng phát triển. Thái độ: trung thực = điểm mạnh.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chốt = câu mở. Nhấn: em tự bác bỏ claim của chính mình. Mời câu hỏi tự tin. Xem 01_QA_DEFENSE.md.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2345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840480"/>
            <a:ext cx="4114800" cy="4114800"/>
          </a:xfrm>
          <a:prstGeom prst="ellipse">
            <a:avLst/>
          </a:prstGeom>
          <a:solidFill>
            <a:srgbClr val="0F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0F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VDT2026 · CHUYÊN NGÀNH DSAI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ShardRCA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cô lập bằng chứng đa tác tử LLM giúp ích cho phân tích nguyên nhân gốc rễ?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nghiên cứu phản chứng có kỷ luật  ·  A disciplined negative study on evidence-isolated multi-agent RCA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3840480" cy="0"/>
          </a:xfrm>
          <a:prstGeom prst="line">
            <a:avLst/>
          </a:prstGeom>
          <a:noFill/>
          <a:ln w="25400">
            <a:solidFill>
              <a:srgbClr val="0F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Tấn Phúc</a:t>
            </a:r>
            <a:pPr indent="0" marL="0">
              <a:buNone/>
            </a:pPr>
            <a:r>
              <a:rPr lang="en-US" sz="15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(sinh viên)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Nguyễn Duy Anh, Đặng Anh Quân  ·  Viettel Networks  ·  hoangtanphuc05@gmail.com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&amp; động lực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(RCA) trong mạng 5G / hệ vi dịch vụ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sự cố xảy ra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kỹ sư phải tìm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lỗi (component)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(reason)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trong hàng chục GB telemetry đa phương thức: KPI time-series (CPU/RAM/latency), logs, traces (RPC), alarms — hàng trăm thành phần.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 1 — Cửa sổ ngữ cảnh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vượt xa context window → phải cắt / tóm lược → dễ đánh rơi bằng chứng quyết định.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 2 — Chẩn đoán vô căn cứ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3017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nhồi quá nhiều dữ liệu → LLM đưa chẩn đoán 'nghe hợp lý nhưng ungrounded' (không có căn cứ).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E1B2E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 hướng 2024–2026:  ném multi-agent LLM vào để giải.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bị bỏ quên → </a:t>
            </a:r>
            <a:pPr indent="0" marL="0">
              <a:buNone/>
            </a:pPr>
            <a:r>
              <a:rPr lang="en-US" sz="1700" b="1" dirty="0">
                <a:solidFill>
                  <a:srgbClr val="0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có THỰC SỰ giúp không, hay chỉ là ảo giác do tốn nhiều token hơn?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nghiên cứu &amp; đóng góp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45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C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trung tâm: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hệ đa tác tử cô lập bằng chứng có vượt tác tử đơn cho RCA không — và NHỜ CƠ CHẾ NÀO?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53512"/>
            <a:ext cx="566928" cy="566928"/>
          </a:xfrm>
          <a:prstGeom prst="ellipse">
            <a:avLst/>
          </a:prstGeom>
          <a:solidFill>
            <a:srgbClr val="0F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2898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đánh giá trung thực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08760" y="33558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đăng ký (preregistered), ghép cặp (paired McNemar), cân bằng ngân sách token — đầu ra audit được.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953512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953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0" y="2898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phản chứng có kỷ luật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23760" y="33558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 ngân sách công bằng: cô lập &amp; phản biện chéo KHÔNG giúp; phân mảnh còn gây hại.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690872"/>
            <a:ext cx="566928" cy="566928"/>
          </a:xfrm>
          <a:prstGeom prst="ellipse">
            <a:avLst/>
          </a:prstGeom>
          <a:solidFill>
            <a:srgbClr val="1234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4636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chẩn đoán γ = N(x)/B_eff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50932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TRƯỚC khi nào phân rã đa tác tử có lợi — kiểm chứng bằng same-budget test.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4348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690872"/>
            <a:ext cx="566928" cy="566928"/>
          </a:xfrm>
          <a:prstGeom prst="ellipse">
            <a:avLst/>
          </a:prstGeom>
          <a:solidFill>
            <a:srgbClr val="E7A33E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23760" y="4636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cải tiến có căn cứ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23760" y="50932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quyết định LLM toàn cục (→0.72); de-collapse log-opinion pool trên telecom thật (×3).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ShardRCA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live gpt-4o-mini qua function-calling · mọi bước audit được · an toàn nhãn</a:t>
            </a:r>
            <a:endParaRPr lang="en-US" sz="1300" dirty="0"/>
          </a:p>
        </p:txBody>
      </p:sp>
      <p:pic>
        <p:nvPicPr>
          <p:cNvPr id="4" name="Image 0" descr="/home/phucht/project/vdt3/report/figures/shard_r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70332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26280" y="1463040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09160" y="1719072"/>
            <a:ext cx="402336" cy="402336"/>
          </a:xfrm>
          <a:prstGeom prst="ellipse">
            <a:avLst/>
          </a:prstGeom>
          <a:solidFill>
            <a:srgbClr val="12345B"/>
          </a:solidFill>
          <a:ln/>
        </p:spPr>
      </p:sp>
      <p:sp>
        <p:nvSpPr>
          <p:cNvPr id="7" name="Text 4"/>
          <p:cNvSpPr/>
          <p:nvPr/>
        </p:nvSpPr>
        <p:spPr>
          <a:xfrm>
            <a:off x="5257800" y="15819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/ Shard builder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57800" y="192024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telemetry thành shard rời nhau: modality × nhóm thành phần × cửa sổ thời gian.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26280" y="2459736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715768"/>
            <a:ext cx="402336" cy="402336"/>
          </a:xfrm>
          <a:prstGeom prst="ellipse">
            <a:avLst/>
          </a:prstGeom>
          <a:solidFill>
            <a:srgbClr val="0FB8A6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25786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tử điều tra cô lập ×5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57800" y="2916936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tác tử CHỈ thấy shard của mình → đẩy findings có cấu trúc lên blackboard.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26280" y="3456432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3712464"/>
            <a:ext cx="402336" cy="402336"/>
          </a:xfrm>
          <a:prstGeom prst="ellipse">
            <a:avLst/>
          </a:prstGeom>
          <a:solidFill>
            <a:srgbClr val="E7A33E"/>
          </a:solidFill>
          <a:ln/>
        </p:spPr>
      </p:sp>
      <p:sp>
        <p:nvSpPr>
          <p:cNvPr id="15" name="Text 12"/>
          <p:cNvSpPr/>
          <p:nvPr/>
        </p:nvSpPr>
        <p:spPr>
          <a:xfrm>
            <a:off x="5257800" y="357530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interaction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257800" y="3913632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chéo support/challenge + hiệu chỉnh hậu nghiệm (tầng phân biệt với map-reduce).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26280" y="4453128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4709160"/>
            <a:ext cx="402336" cy="402336"/>
          </a:xfrm>
          <a:prstGeom prst="ellipse">
            <a:avLst/>
          </a:prstGeom>
          <a:solidFill>
            <a:srgbClr val="12345B"/>
          </a:solidFill>
          <a:ln/>
        </p:spPr>
      </p:sp>
      <p:sp>
        <p:nvSpPr>
          <p:cNvPr id="19" name="Text 16"/>
          <p:cNvSpPr/>
          <p:nvPr/>
        </p:nvSpPr>
        <p:spPr>
          <a:xfrm>
            <a:off x="5257800" y="45720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Log-opinion pool fusion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257800" y="4910328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Product-of-experts hợp nhất hậu nghiệm → ứng viên xếp hạng.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26280" y="5449824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5705856"/>
            <a:ext cx="402336" cy="40233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6869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 + đáp án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257800" y="590702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top-vs-runner-up → component + reason + thời điểm + audit trail.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lý thuyết γ — điểm sáng tạo cốt lõi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phân rã đa tác tử THỰC SỰ có cơ sở?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E1B2E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γ(x) = N(x) / B</a:t>
            </a:r>
            <a:pPr algn="ctr" indent="0" marL="0">
              <a:buNone/>
            </a:pPr>
            <a:r>
              <a:rPr lang="en-US" sz="3400" b="1" i="1" baseline="-40000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N(x)</a:t>
            </a:r>
            <a:pPr indent="0" marL="0">
              <a:buNone/>
            </a:pPr>
            <a:r>
              <a:rPr lang="en-US" sz="14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kích thước ca sự cố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B_eff</a:t>
            </a:r>
            <a:pPr indent="0" marL="0">
              <a:buNone/>
            </a:pPr>
            <a:r>
              <a:rPr lang="en-US" sz="14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ngân sách ngữ cảnh thực cho telemetry (sau khi trừ prompt/schema).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9F7F4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rã CÓ cơ sở khi CẢ HAI: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&gt; 1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thật sự vượt cửa sổ ngữ cảnh; VÀ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phân tán (distributed)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điệp shard giữ nhiều thông tin về Y hơn một bản nén toàn cục cùng ngân sách.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80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tử đơn ĐÃ ĐỦ khi: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≤ 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có bản nén an toàn nhãn z với I(Y;X|Z) ≈ 0;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tập trung (concentrated)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cô lập chỉ pha loãng ngân sách vào các shard nhiễu.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là LA BÀN dự báo trước khi nào nên bỏ compute cho MAS — không phải thước micromet.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đánh giá — nền của tính đúng đắn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95% công trình multi-agent bỏ qua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828800"/>
            <a:ext cx="777240" cy="777240"/>
          </a:xfrm>
          <a:prstGeom prst="ellipse">
            <a:avLst/>
          </a:prstGeom>
          <a:solidFill>
            <a:srgbClr val="0FB8A6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Ghép cặp (paired)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trên CÙNG một ca → loại nhiễu do độ khó dữ liệu, đo đúng hiệu ứng cơ chế.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50992" y="1828800"/>
            <a:ext cx="777240" cy="777240"/>
          </a:xfrm>
          <a:prstGeom prst="ellipse">
            <a:avLst/>
          </a:prstGeom>
          <a:solidFill>
            <a:srgbClr val="12345B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62272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Cân bằng ngân sách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07992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single_equal_tokens: tác tử đơn với ngân sách mở rộng → tách 'MAS giúp' khỏi 'nhiều compute giúp'.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81744" y="1828800"/>
            <a:ext cx="777240" cy="777240"/>
          </a:xfrm>
          <a:prstGeom prst="ellipse">
            <a:avLst/>
          </a:prstGeom>
          <a:solidFill>
            <a:srgbClr val="E7A33E"/>
          </a:solidFill>
          <a:ln/>
        </p:spPr>
      </p:sp>
      <p:sp>
        <p:nvSpPr>
          <p:cNvPr id="16" name="Text 14"/>
          <p:cNvSpPr/>
          <p:nvPr/>
        </p:nvSpPr>
        <p:spPr>
          <a:xfrm>
            <a:off x="9381744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93024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7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Tiền đăng ký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38744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băng holdout + kế hoạch phân tích TRƯỚC khi thấy nhãn → chống overfit-guard / p-hacking.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E1B2E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quan trọng: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CŨ '0.60 vs 0.20, p=0.008' (từ validation) </a:t>
            </a:r>
            <a:pPr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tái lập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trên holdout tiền đăng ký n=50. Không có quy trình này → đã báo cáo một con số ảo.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Phản chứng chính — RCAEval-Hard, n=50, cân bằng ngân sách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417320"/>
          <a:ext cx="59436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03720" y="1609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Cân bằng token → không thắng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3720" y="1993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0.54 vs đơn 0.42–0.44, p = 0.24 (ns), dù tốn 3.6–7.7× token.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2953512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Phản biện chéo TRƠ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0" y="34838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no_interaction ≡ full, p = 1.0 — không đổi MỘT quyết định nào trên 50 ca.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0" y="4443984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E9F7F4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mảnh GÂY HẠI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3720" y="49743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no_shard (đọc gộp) 0.74 THẮNG full, p = 0.013, ở 1/3 chi phí.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"Vượt BARO" = metric-prior, không phải MAS — và γ-test bác premise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metric-prior (RE2-TT, n=20, Hit@1)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TẮT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BẬT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shardrca_full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 tử đơn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BARO (official AC@1)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690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nâng tác tử đơn 0.00 → 0.75 (p=6e-5).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prior: full 0.80 ≈ đơn 0.75, p = 1.0.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'Vượt BARO' là do PRIOR an toàn nhãn; MAS không thêm gì có ý nghĩa. (Đơn = 0.00 khi tắt prior chỉ vì bị bóp ngân sách — no_shard đạt 0.88.)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Same-budget test (24 ca rộng nhất) — Hit@1 single / shard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23774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/ shard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/ 0.21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/ 0.21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/ 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 /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E9F7F4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37960" y="41148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ở γ = 271, </a:t>
            </a:r>
            <a:pPr indent="0" marL="0">
              <a:buNone/>
            </a:pPr>
            <a:r>
              <a:rPr lang="en-US" sz="1250" b="1" dirty="0">
                <a:solidFill>
                  <a:srgbClr val="0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lược toàn cục giữ nguyên nhân gốc TỐT HƠN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phân bổ shard (0.83 vs 0.21, p=6e-5). Trên RCAEval tín hiệu TẬP TRUNG → tiền đề 'bằng chứng phân tán' sai. γ được xác nhận là chẩn đoán đúng.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Mặt xây dựng — hai cải tiến có căn cứ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tạo giá trị là lập luận LLM toàn cục, không phải sharding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1234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1 · RCAEval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quyết định LLM toàn cục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697480"/>
          <a:ext cx="5212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fusion cơ học bằng tổng hợp LLM đọc board gộp: 0.54 → 0.72 (p=0.022), ≈ no_shard, ở 22k thay vì 64k token.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691640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2 · OpenRCA Telecom THẬT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0" y="21488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De-collapse log-opinion pool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26060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= root là TÍN HIỆU YẾU bị át: tín hiệu mạnh nhất KHÔNG phải root ở 20/23 ca.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Log-opinion pool quá tự tin → sụp về 1 'nạn nhân' (hậu nghiệm ≈0.9), đẩy 22/23 root ra khỏi đáp án.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41605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E9F7F4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4206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0.043 → 0.130</a:t>
            </a:r>
            <a:pPr algn="ctr" indent="0" marL="0">
              <a:buNone/>
            </a:pPr>
            <a:r>
              <a:rPr lang="en-US" sz="2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0" y="47091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Hit@1 (de-collapse)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thực: chỉ 2/23 ca (p=0.5, thiếu lực); nhiễu LLM ±4% → cần re-score tất định / chạy lặp.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chế độ telecom — hướng đi tiếp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3GPP-ish · chế độ alarm-flood (fan-out + nạn nhân khuếch đại)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800600" cy="1965960"/>
          </a:xfrm>
          <a:prstGeom prst="roundRect">
            <a:avLst>
              <a:gd name="adj" fmla="val 3721"/>
            </a:avLst>
          </a:prstGeom>
          <a:solidFill>
            <a:srgbClr val="FBECE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de_collapse HỎNG trên telecom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3317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0.0 khi victim_amp ≥ 1.8 — chọn nhầm 'nạn nhân' khi triệu chứng bị khuếch đại (ngược với OpenRCA).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0" y="388620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E9F7F4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/ alarm-correlation THẮNG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86600" y="44805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 và robust. Bản đồ γ giải thích OpenRCA (tín hiệu tập trung) và ĐẢO NGƯỢC kết luận cho telecom thật → đây là hướng phát triển.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0FB8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FB8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Telecom RCA Demo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OpenRCA Telecom case chạy live gpt-4o-mini · streaming 8 stage · label-safe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2345B">
              <a:alpha val="7500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685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task ẩn nhãn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scoring_points + component/reason thật bị ẩn tới sau prediction.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520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2345B">
              <a:alpha val="7500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685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tác tử cô lập → blackboard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40690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có cấu trúc theo modality, xem tab Evidence.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2345B">
              <a:alpha val="7500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no_interaction ≡ full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System → kết quả GIỐNG HỆT: demo tự minh hoạ p=1.0.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9377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2345B">
              <a:alpha val="7500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 lộ sau cùng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protocol OpenRCA + Usage token = chi phí đã cân bằng.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giới hạn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E1B2E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không phải một hệ đa tác tử vượt trội, mà là một </a:t>
            </a:r>
            <a:pPr indent="0" marL="0">
              <a:buNone/>
            </a:pPr>
            <a:r>
              <a:rPr lang="en-US" sz="1600" b="1" dirty="0">
                <a:solidFill>
                  <a:srgbClr val="0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phản chứng có kỷ luật</a:t>
            </a:r>
            <a:pPr indent="0" marL="0">
              <a:buNone/>
            </a:pPr>
            <a:r>
              <a:rPr lang="en-US" sz="16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công cụ để đạt tới nó.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khi nào KHÔNG dùng một kỹ thuật đắt (MAS tốn 3–7× compute) có giá trị vận hành trực tiếp.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 (nói thẳng)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Cỡ mẫu nhỏ: n=50 và telecom 23 ca có nhãn → hiệu ứng nhỏ thiếu lực.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De-collapse robust nhưng chỉ 2/23 ca (p=0.5) — cần thêm ca, không ép bằng chạy lại (pseudo-replication).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Nhiễu LLM ±4% ngay ở temp=0 → cần cache-only replay / chạy lặp để claim hiệu ứng nhỏ.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352044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topology-aware causal reasoning làm LÕI (thay reranker hậu kỳ tắt mặc định).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product-of-experts naive bằng hợp nhất nhận biết tương quan thực sự.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ca telecom có nhãn (OpenRCA 2.0, TN-RCA530, Viettel OSS) để đủ lực thống kê.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12345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4572000" cy="4572000"/>
          </a:xfrm>
          <a:prstGeom prst="ellipse">
            <a:avLst/>
          </a:prstGeom>
          <a:solidFill>
            <a:srgbClr val="0FB8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“Khoa học không phải chứng minh mình đúng,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 kiểm tra xem mình có đúng không.”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đã tự bác bỏ claim đẹp ban đầu của chính mình để đưa ra một bản đồ trung thực về khi nào phân rã đa tác tử có — và không có — giá trị.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389120"/>
            <a:ext cx="3840480" cy="0"/>
          </a:xfrm>
          <a:prstGeom prst="line">
            <a:avLst/>
          </a:prstGeom>
          <a:noFill/>
          <a:ln w="25400">
            <a:solidFill>
              <a:srgbClr val="0F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 hội đồng — em sẵn sàng nhận câu hỏi phản biện.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Tấn Phúc  ·  ShardRCA  ·  VDT2026 DSAI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ShardRCA — VDT2026 Defense</dc:title>
  <dc:subject>PptxGenJS Presentation</dc:subject>
  <dc:creator>Hoang Tan Phuc</dc:creator>
  <cp:lastModifiedBy>Hoang Tan Phuc</cp:lastModifiedBy>
  <cp:revision>1</cp:revision>
  <dcterms:created xsi:type="dcterms:W3CDTF">2026-07-10T13:35:10Z</dcterms:created>
  <dcterms:modified xsi:type="dcterms:W3CDTF">2026-07-10T13:35:10Z</dcterms:modified>
</cp:coreProperties>
</file>